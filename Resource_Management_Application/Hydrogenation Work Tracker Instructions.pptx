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3F4E6-1D4F-ADB0-2F04-06E64DDE33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21AFA-CD11-23AC-B19A-A688DA99C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40D56-E714-B8AE-92C4-08E70A789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2FCD-ED61-4032-81D9-8297EC78BF94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14BD2-F83C-DC6B-2F20-B64AAC973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DDBEE-C5FF-76F1-2B40-B0B62158C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CB2B-BD00-45D8-9B4C-7DC4E3DB9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09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6B1A7-16E4-5B19-5DEA-D7BDF9C7E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0E3DB-BEAA-4A5E-EEFA-EE746C8A7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6A09D-F7A0-CA06-FD49-FFA470A35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2FCD-ED61-4032-81D9-8297EC78BF94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0CECF-DBE5-F8D6-2BA0-62DDAA2C8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0E163-E75E-90E0-D1FB-C9B504CE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CB2B-BD00-45D8-9B4C-7DC4E3DB9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830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9FE2-1ABE-510F-EA8C-BFB24D01C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BDE15-3DCC-2353-925C-FB8452FFF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2B022-8D34-020D-BD52-58BEF38B3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2FCD-ED61-4032-81D9-8297EC78BF94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10E25-FA90-5C26-5150-C3AA7B75F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8196C-E360-938F-455E-0F374231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CB2B-BD00-45D8-9B4C-7DC4E3DB9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6846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B25F-7C6F-559C-F8FF-3991B051E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49F40-1744-6FF0-98AB-606234D3F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210860-63D6-C004-A1A7-21720DAB2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0A3DD4-DC6F-3CA8-8358-18C5DA15D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2FCD-ED61-4032-81D9-8297EC78BF94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94374-7440-E428-1E71-A1D8B60D8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B3F88-DDE7-D5D4-ED9E-D49F1B49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CB2B-BD00-45D8-9B4C-7DC4E3DB9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814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E1E2D-3B93-4991-F4D4-5E276682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65E01-401B-3603-06A2-B2B54B347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17753-0C94-9DEE-4733-028A88077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5390AC-AD71-2689-1475-C0B86D3D0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ECDCE7-E063-6927-B0CD-AFC834AC48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E4D7F7-B28B-2097-ADFD-B5B7BA65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2FCD-ED61-4032-81D9-8297EC78BF94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D4669-50D2-5885-7B47-A47539183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C3A989-AFE2-F7DA-5AE2-D96A502D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CB2B-BD00-45D8-9B4C-7DC4E3DB9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461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22C1-9D6B-4192-2F8E-7BAC3ABC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A5AA8-1C6F-9D77-34BD-8E1D9E41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2FCD-ED61-4032-81D9-8297EC78BF94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FEFA1-627A-A18B-FAD3-E147B6CA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DBE84-8081-16ED-0981-898632E0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CB2B-BD00-45D8-9B4C-7DC4E3DB9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16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FD2E3D-DD93-CCE5-F341-77A90C745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2FCD-ED61-4032-81D9-8297EC78BF94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9D05E8-771C-D21E-CDD7-BA36AC2C7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147DC-4243-1D34-258C-F017B935E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CB2B-BD00-45D8-9B4C-7DC4E3DB9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109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05BF1-03FD-79D0-B58F-628463717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F8425-4580-C8C1-D45A-C6CB1B775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4323E-8F38-2788-842C-C80836DE0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4B1E2-0908-8C14-39A1-C2FD08FA6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2FCD-ED61-4032-81D9-8297EC78BF94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5FB0C-5E33-7630-BA8C-466F8E7E7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10B39-22B6-A95E-F327-A1E0D13E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CB2B-BD00-45D8-9B4C-7DC4E3DB9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73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9FF43-808B-6372-FC16-27EFAEBBC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113ABB-72F1-B519-7A35-5B32AAA4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62A93-E7CD-000C-954F-D2686DE6E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ECA1B-3DCB-6CD8-2B32-949A7E9CF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2FCD-ED61-4032-81D9-8297EC78BF94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F81EC-E739-4B94-97AC-F510BA7FD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C90F2-971C-1384-3E55-864B8DAB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CB2B-BD00-45D8-9B4C-7DC4E3DB9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863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8BD2C-EB1C-E1DA-69C3-E0A1CCEB5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EA7804-3187-29AB-1B9A-582A986A5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D3DBD-8A62-70F4-933C-04EEF8C83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2FCD-ED61-4032-81D9-8297EC78BF94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E04C0-DA99-9902-8329-AABBA0A57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9F0D6-7BCB-B5F7-2D3D-C3FD645D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CB2B-BD00-45D8-9B4C-7DC4E3DB9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44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CB500A-3125-7289-C850-2CC361FF12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E5A77A-4425-3A40-108E-3DC34942C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F4F5C-0C6A-5F49-28BD-C0E20012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2FCD-ED61-4032-81D9-8297EC78BF94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C4009-5DE3-8004-F021-70172F78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504D3-48C8-6273-761F-FD395350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CB2B-BD00-45D8-9B4C-7DC4E3DB9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787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61A5E-A796-BC7E-5E35-6948BBCEE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4CE74-B491-D353-75BB-EB89EAE11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8F844-D955-2B01-0CDD-668F8BEEC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42FCD-ED61-4032-81D9-8297EC78BF94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C25CE-044B-24E1-6E95-9DB598198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87D0F-4B66-9214-526A-3A6F9F18C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1FCB2B-BD00-45D8-9B4C-7DC4E3DB9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4697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ynochem-pc:8080/subm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6472-4955-E982-1E1E-00225E5A2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6134"/>
            <a:ext cx="9144000" cy="2387600"/>
          </a:xfrm>
        </p:spPr>
        <p:txBody>
          <a:bodyPr>
            <a:normAutofit/>
          </a:bodyPr>
          <a:lstStyle/>
          <a:p>
            <a:r>
              <a:rPr lang="en-GB" b="1" dirty="0"/>
              <a:t>Hydrogenation Work Tracker V0.01</a:t>
            </a:r>
          </a:p>
        </p:txBody>
      </p:sp>
    </p:spTree>
    <p:extLst>
      <p:ext uri="{BB962C8B-B14F-4D97-AF65-F5344CB8AC3E}">
        <p14:creationId xmlns:p14="http://schemas.microsoft.com/office/powerpoint/2010/main" val="3812322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2A133-FF17-2C8D-1BAE-B7E797840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169"/>
            <a:ext cx="10515600" cy="1325563"/>
          </a:xfrm>
        </p:spPr>
        <p:txBody>
          <a:bodyPr/>
          <a:lstStyle/>
          <a:p>
            <a:r>
              <a:rPr lang="en-US" dirty="0"/>
              <a:t>Access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91453-0312-F58C-9413-ACAE717B0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9832"/>
            <a:ext cx="10515600" cy="4351338"/>
          </a:xfrm>
        </p:spPr>
        <p:txBody>
          <a:bodyPr/>
          <a:lstStyle/>
          <a:p>
            <a:r>
              <a:rPr lang="en-GB" dirty="0">
                <a:hlinkClick r:id="rId2"/>
              </a:rPr>
              <a:t>Submit Hydrogenation Request</a:t>
            </a:r>
            <a:endParaRPr lang="en-GB" dirty="0"/>
          </a:p>
          <a:p>
            <a:r>
              <a:rPr lang="en-GB" dirty="0"/>
              <a:t>Brings to below landing page – populate all fields even if N/A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60590C-87BA-DC8B-5926-11FC8ADAF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968" y="2259230"/>
            <a:ext cx="7869886" cy="412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97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500AD-4953-AFAE-B79B-B360E002A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621003-BAC5-7A14-BA36-229915464C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956"/>
          <a:stretch>
            <a:fillRect/>
          </a:stretch>
        </p:blipFill>
        <p:spPr>
          <a:xfrm>
            <a:off x="992980" y="1629644"/>
            <a:ext cx="9972675" cy="198670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BEB5302-4918-1A66-EC06-0662FB792F0F}"/>
              </a:ext>
            </a:extLst>
          </p:cNvPr>
          <p:cNvSpPr/>
          <p:nvPr/>
        </p:nvSpPr>
        <p:spPr>
          <a:xfrm>
            <a:off x="10320266" y="1629643"/>
            <a:ext cx="645390" cy="4196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314514-8F59-BBF2-71C5-BC74FBFE0919}"/>
              </a:ext>
            </a:extLst>
          </p:cNvPr>
          <p:cNvCxnSpPr>
            <a:endCxn id="8" idx="0"/>
          </p:cNvCxnSpPr>
          <p:nvPr/>
        </p:nvCxnSpPr>
        <p:spPr>
          <a:xfrm>
            <a:off x="10168403" y="948776"/>
            <a:ext cx="364385" cy="59126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7C0380-9B00-0841-80BF-1CBD19841D58}"/>
              </a:ext>
            </a:extLst>
          </p:cNvPr>
          <p:cNvSpPr txBox="1"/>
          <p:nvPr/>
        </p:nvSpPr>
        <p:spPr>
          <a:xfrm>
            <a:off x="8838487" y="628052"/>
            <a:ext cx="1329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Click portal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129BF3-CE2B-4929-3F75-14B3D605F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408" y="3988284"/>
            <a:ext cx="3559441" cy="25045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67F3A88-264C-81BF-B116-EA93643321C6}"/>
              </a:ext>
            </a:extLst>
          </p:cNvPr>
          <p:cNvSpPr txBox="1"/>
          <p:nvPr/>
        </p:nvSpPr>
        <p:spPr>
          <a:xfrm>
            <a:off x="1258159" y="5321396"/>
            <a:ext cx="3107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Password - </a:t>
            </a:r>
            <a:r>
              <a:rPr lang="en-US" dirty="0" err="1">
                <a:solidFill>
                  <a:srgbClr val="FF0000"/>
                </a:solidFill>
              </a:rPr>
              <a:t>LotsOfBubbles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70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D95D30-6C71-71F6-9482-C5D87F266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979219"/>
            <a:ext cx="10743397" cy="5400150"/>
          </a:xfrm>
          <a:prstGeom prst="rect">
            <a:avLst/>
          </a:prstGeom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52FEEA-B914-DAE6-CF59-B0EC6D57D633}"/>
              </a:ext>
            </a:extLst>
          </p:cNvPr>
          <p:cNvSpPr txBox="1"/>
          <p:nvPr/>
        </p:nvSpPr>
        <p:spPr>
          <a:xfrm>
            <a:off x="2344437" y="4847007"/>
            <a:ext cx="292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Browse submissions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7608A3-9A56-A450-4CF9-5CD4D8F4F991}"/>
              </a:ext>
            </a:extLst>
          </p:cNvPr>
          <p:cNvCxnSpPr/>
          <p:nvPr/>
        </p:nvCxnSpPr>
        <p:spPr>
          <a:xfrm flipH="1" flipV="1">
            <a:off x="3650725" y="4310743"/>
            <a:ext cx="171880" cy="4606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B537628-F168-D7C7-8154-160B4FD04829}"/>
              </a:ext>
            </a:extLst>
          </p:cNvPr>
          <p:cNvSpPr/>
          <p:nvPr/>
        </p:nvSpPr>
        <p:spPr>
          <a:xfrm>
            <a:off x="10396064" y="1533390"/>
            <a:ext cx="1071634" cy="4196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49DB55-83E8-5336-EEA5-F1331A98E8D1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0244201" y="852523"/>
            <a:ext cx="687680" cy="68086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5F0E959-E4F0-E86A-E9E8-1D90074D46A5}"/>
              </a:ext>
            </a:extLst>
          </p:cNvPr>
          <p:cNvSpPr txBox="1"/>
          <p:nvPr/>
        </p:nvSpPr>
        <p:spPr>
          <a:xfrm>
            <a:off x="7009858" y="390772"/>
            <a:ext cx="4087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Manage Users, Projects and Equipment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22600F-D9C0-D648-5BED-7AF8E8B9DA60}"/>
              </a:ext>
            </a:extLst>
          </p:cNvPr>
          <p:cNvSpPr txBox="1"/>
          <p:nvPr/>
        </p:nvSpPr>
        <p:spPr>
          <a:xfrm>
            <a:off x="6127910" y="1533390"/>
            <a:ext cx="3635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Assign Operator and Status. Also view/print submission form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D728C2-D347-AF74-D340-96D0317DDF7D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7945739" y="2179721"/>
            <a:ext cx="98231" cy="3778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482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1D01CD-8B5C-E889-E8E7-4637F751D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981" y="2175500"/>
            <a:ext cx="10352354" cy="35966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3776EE-51B2-B697-7DEF-9C4338200042}"/>
              </a:ext>
            </a:extLst>
          </p:cNvPr>
          <p:cNvSpPr txBox="1"/>
          <p:nvPr/>
        </p:nvSpPr>
        <p:spPr>
          <a:xfrm>
            <a:off x="1207823" y="695088"/>
            <a:ext cx="9922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 manage, it is possible to add project, users and equipment. As well as activate and deactivate them.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They must be added here in order for users to be able to select them on the submission form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223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B2FE-1C00-79A4-CFAB-6813A3C88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Re-starting the app (Should  be running already)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17CD0-A576-416B-3B58-54480CF8BDBB}"/>
              </a:ext>
            </a:extLst>
          </p:cNvPr>
          <p:cNvSpPr txBox="1"/>
          <p:nvPr/>
        </p:nvSpPr>
        <p:spPr>
          <a:xfrm>
            <a:off x="838200" y="1690688"/>
            <a:ext cx="7065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C:\Users\crduser01\Documents\Resource_Management_Application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1F1CCF-55F1-3403-FE5F-890DFC948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52750"/>
            <a:ext cx="6856371" cy="405562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84F92D-C0E9-CD0F-2311-3ABE3595FC36}"/>
              </a:ext>
            </a:extLst>
          </p:cNvPr>
          <p:cNvCxnSpPr/>
          <p:nvPr/>
        </p:nvCxnSpPr>
        <p:spPr>
          <a:xfrm flipH="1">
            <a:off x="6572250" y="4922044"/>
            <a:ext cx="158591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B01E22B-60F3-B70B-23BF-D7BF29BFD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914" y="4869810"/>
            <a:ext cx="3486637" cy="600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90884F-9BC6-E53E-875E-FA000DC590A8}"/>
              </a:ext>
            </a:extLst>
          </p:cNvPr>
          <p:cNvSpPr txBox="1"/>
          <p:nvPr/>
        </p:nvSpPr>
        <p:spPr>
          <a:xfrm>
            <a:off x="8360914" y="4477800"/>
            <a:ext cx="3375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Set password when running .bat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720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116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Hydrogenation Work Tracker V0.01</vt:lpstr>
      <vt:lpstr>Access</vt:lpstr>
      <vt:lpstr>Management</vt:lpstr>
      <vt:lpstr>PowerPoint Presentation</vt:lpstr>
      <vt:lpstr>PowerPoint Presentation</vt:lpstr>
      <vt:lpstr>Re-starting the app (Should  be running already)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Gymer</dc:creator>
  <cp:lastModifiedBy>Adam Gymer</cp:lastModifiedBy>
  <cp:revision>1</cp:revision>
  <dcterms:created xsi:type="dcterms:W3CDTF">2026-02-19T16:58:14Z</dcterms:created>
  <dcterms:modified xsi:type="dcterms:W3CDTF">2026-02-19T17:37:40Z</dcterms:modified>
</cp:coreProperties>
</file>